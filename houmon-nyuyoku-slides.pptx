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この表が本日の中心です。訪問看護・訪問介護の入浴介助も比較に入れました。訪問入浴の違いは、専用浴槽を持参するため浴室環境に左右されない点と、3名体制で移乗できる点です。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準備・入浴・片付けの3区分、各15分で計45分以内です。入浴可否の判断と記録・連絡が看護師の関わる部分になります。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2024年10月15日（火）19:00〜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結果として「週1回の清拭のみ」「数か月入浴なし」という状態が生まれます。入浴は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贅沢ではなく、在宅療養を支える医療的・生活的インフラ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自宅の浴室を使い、ヘルパーや看護師が介助。清拭・部分浴も含む。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訪問入浴介護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pPr indent="0" marL="0"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「デイには行けない、でも清拭では足りない」——重度化した在宅療養者ほど、この谷間に落ちます。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44752"/>
          <a:ext cx="1105783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64208"/>
                <a:gridCol w="1600200"/>
                <a:gridCol w="1600200"/>
                <a:gridCol w="1600200"/>
                <a:gridCol w="156362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寝たきり・医療的ケア可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どれか1つなら他のサービスでも代替できます。しかし「重度化しても、自宅のまま、湯船に浸かり続ける」ことを保証できるのは訪問入浴だけ——ここが在宅療養の継続を左右します。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車両または屋内の給湯設備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から。ベッドサイドに約2畳のスペースがあれば設置可能。床・寝具の養生も行います。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5371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3名体制である意味 —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移乗を2名で担うことで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、看護師は介助に追われず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できます。ご家族が介助に入る必要はありません。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こと。処置は訪問看護へ——この線引きを明確にすることが、安全な在宅ケアにつながります。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です。同日・入浴後にご訪問いただけると、処置の条件が整います。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観察所見の共有／医療処置の依頼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「デイ入浴＋訪問入浴」「訪問入浴の観察＋訪問看護の処置」。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630936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</a:t>
                      </a:r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清拭（身体介護2・30〜60分）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清拭（身体介護3・1時間以上）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3名（うち看護師1名）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80代・要介護4・ご本人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521647" y="1746504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1A5276"/>
          </a:solidFill>
          <a:ln w="19050">
            <a:solidFill>
              <a:srgbClr val="BDC3C7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9521647" y="174650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（お問い合わせ用）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アップルハート八幡西訪問入浴センター</cp:lastModifiedBy>
  <cp:revision>1</cp:revision>
  <dcterms:created xsi:type="dcterms:W3CDTF">2026-08-31T09:58:02Z</dcterms:created>
  <dcterms:modified xsi:type="dcterms:W3CDTF">2026-08-31T09:58:02Z</dcterms:modified>
</cp:coreProperties>
</file>