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この表が本日の中心です。訪問看護・訪問介護の入浴介助も比較に入れました。訪問入浴の違いは、専用浴槽を持参するため浴室環境に左右されない点と、3名体制で移乗できる点です。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準備・入浴・片付けの3区分、各15分で計45分以内です。入浴可否の判断と記録・連絡が看護師の関わる部分になります。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r>
              <a:rPr lang="en-US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この線引きを明確にすることが、安全な在宅ケアにつながります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