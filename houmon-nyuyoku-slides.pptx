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この表が本日の中心です。訪問看護・訪問介護の入浴介助も比較に入れました。訪問入浴の違いは、専用浴槽を持参するため浴室環境に左右されない点と、3名体制で移乗できる点です。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結果として「週1回の清拭のみ」「数か月入浴なし」という状態が生まれます。入浴は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自宅の浴室を使い、ヘルパーや看護師が介助。清拭・部分浴も含む。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訪問入浴介護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pPr indent="0" marL="0"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「デイには行けない、でも清拭では足りない」——重度化した在宅療養者ほど、この谷間に落ちます。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44752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64208"/>
                <a:gridCol w="1600200"/>
                <a:gridCol w="1600200"/>
                <a:gridCol w="1600200"/>
                <a:gridCol w="156362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pPr indent="0" marL="0"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pPr indent="0" marL="0">
              <a:buNone/>
            </a:pP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——約4分の3が要介護4〜5の重度の方です。</a:t>
            </a:r>
            <a:pPr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寝たきり・医療的ケア可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pPr algn="ctr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どれか1つなら他のサービスでも代替できます。しかし「重度化しても、自宅のまま、湯船に浸かり続ける」ことを保証できるのは訪問入浴だけ——ここが在宅療養の継続を左右します。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車両または屋内の給湯設備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から。ベッドサイドに約2畳のスペースがあれば設置可能。床・寝具の養生も行います。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5371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pPr indent="0" marL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こと。処置は訪問看護へ——この線引きを明確にすることが、安全な在宅ケアにつながります。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です。同日・入浴後にご訪問いただけると、処置の条件が整います。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630936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</a:t>
                      </a:r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清拭（身体介護2・30〜60分）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清拭（身体介護3・1時間以上）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567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アップルハート八幡西訪問入浴センター</cp:lastModifiedBy>
  <cp:revision>1</cp:revision>
  <dcterms:created xsi:type="dcterms:W3CDTF">2026-09-09T12:06:52Z</dcterms:created>
  <dcterms:modified xsi:type="dcterms:W3CDTF">2026-09-09T12:06:52Z</dcterms:modified>
</cp:coreProperties>
</file>