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この表が本日の中心です。訪問入浴の列だけがすべて丸になる、という点に注目してください。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全6ステップ。バイタル確認から記録までが看護師の関わる部分です。中止判断も含めて必ず報告します。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2024年10月15日（火）19:00〜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結果として「週1回の清拭のみ」「数か月入浴なし」という状態が生まれます。入浴は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訪問介護（清拭）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自宅で受けられ、導入しやすい。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全身浴ではなく洗髪・背部が不十分。温熱効果が得られず、看護職の観察も入らない。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訪問入浴介護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pPr indent="0" marL="0"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「デイには行けない、でも清拭では足りない」——重度化した在宅療養者ほど、この谷間に落ちます。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3つの入浴支援を比べる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514600"/>
                <a:gridCol w="2514600"/>
                <a:gridCol w="247802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移動・外出が不要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560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pPr indent="0" marL="0">
              <a:buNone/>
            </a:pPr>
            <a:r>
              <a:rPr lang="en-US" sz="110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寝たきり・医療的ケア可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どれか1つなら他のサービスでも代替できます。しかし「重度化しても、自宅のまま、湯船に浸かり続ける」ことを保証できるのは訪問入浴だけ——ここが在宅療養の継続を左右します。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体調の確認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287981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34285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89149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489149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機材搬入・設置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489149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浴槽を組立／約10分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155338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01642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56506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356506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356506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看護師が入浴可否を判断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22696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69000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23864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23864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223864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全身浴・洗髪／約20分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90053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36357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91221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091221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091221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整容・保湿（医療処置は行いません）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757410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03714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58578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958578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記録・連絡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9958578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関係職種へ報告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455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6384" y="33284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86384" y="37307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242152" y="31455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61608" y="33284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461608" y="37307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車両または屋内の給湯設備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から。ベッドサイドに約2畳のスペースがあれば設置可能。床・寝具の養生も行います。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5371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3名体制である意味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移乗を2名で担うことで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、看護師は介助に追われず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できます。ご家族が介助に入る必要はありません。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こと。処置は訪問看護へ——この線引きを明確にすることが、安全な在宅ケアにつながります。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です。同日・入浴後にご訪問いただけると、処置の条件が整います。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</a:t>
                      </a:r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清拭（身体介護2・30〜60分）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清拭（身体介護3・1時間以上）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3名（うち看護師1名）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アップルハート八幡西訪問入浴センター</cp:lastModifiedBy>
  <cp:revision>1</cp:revision>
  <dcterms:created xsi:type="dcterms:W3CDTF">2026-08-31T09:32:27Z</dcterms:created>
  <dcterms:modified xsi:type="dcterms:W3CDTF">2026-08-31T09:32:27Z</dcterms:modified>
</cp:coreProperties>
</file>