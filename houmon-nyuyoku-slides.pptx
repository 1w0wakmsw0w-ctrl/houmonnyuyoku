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2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［0:00〜2:00／2分］表紙</a:t>
            </a:r>
          </a:p>
          <a:p>
            <a:r>
              <a:t>・あいさつ／看護師・管理者として地域で訪問入浴に携わっている</a:t>
            </a:r>
          </a:p>
          <a:p>
            <a:r>
              <a:t>・★スタッフ紹介「介護職員の高崎と、武末です」→ 2名が一礼</a:t>
            </a:r>
          </a:p>
          <a:p>
            <a:r>
              <a:t>  「のちほど移乗を、この3人で実際にお見せします」</a:t>
            </a:r>
          </a:p>
          <a:p>
            <a:r>
              <a:t>・「何か月もお風呂に入っていない方が実際にいる」→ ひと呼吸おく</a:t>
            </a:r>
          </a:p>
          <a:p>
            <a:r>
              <a:t>・流れ：動画7分 → スライド → 移乗の実演 → 質疑5分</a:t>
            </a:r>
          </a:p>
          <a:p>
            <a:r>
              <a:t>・「それでは、まず動画をご覧ください」</a:t>
            </a:r>
          </a:p>
          <a:p>
            <a:r>
              <a:t>【動画の前ふり】ご本人・ご家族の同意を得て撮影。浴槽の搬入からお帰りまで。</a:t>
            </a:r>
          </a:p>
          <a:p>
            <a:r>
              <a:t>【再生中】スクリーンの脇に寄る。補足を入れない。</a:t>
            </a:r>
          </a:p>
          <a:p>
            <a:r>
              <a:t>【再生後】「45分以内。その間ずっと看護師が全身を見ています」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［9:30〜12:30／3分］在宅で入浴できない現実</a:t>
            </a:r>
          </a:p>
          <a:p>
            <a:r>
              <a:t>・左＝入浴を阻む5つの壁。「思い当たる顔が浮かぶのでは」で会場を見渡す</a:t>
            </a:r>
          </a:p>
          <a:p>
            <a:r>
              <a:t>・右＝入浴の意義。いちばん下「生きる意欲」を自分の言葉で</a:t>
            </a:r>
          </a:p>
          <a:p>
            <a:r>
              <a:t>  （お湯に浸かって表情が戻る瞬間の話）</a:t>
            </a:r>
          </a:p>
          <a:p>
            <a:r>
              <a:t>・結論「入浴は贅沢ではなく、在宅療養を支えるインフラ」</a:t>
            </a:r>
          </a:p>
          <a:p>
            <a:r>
              <a:t>【押していたら】右の5つは読まず、結論だけ。−1分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［12:30〜15:30／3分］選択肢と限界</a:t>
            </a:r>
          </a:p>
          <a:p>
            <a:r>
              <a:t>・①訪問介護・看護＝浴室環境に左右され1名対応</a:t>
            </a:r>
          </a:p>
          <a:p>
            <a:r>
              <a:t>・②デイ入浴＝通所が前提。重度・医療的ケアで受け入れ困難</a:t>
            </a:r>
          </a:p>
          <a:p>
            <a:r>
              <a:t>・③訪問入浴＝浴槽持込み、看護師同行、移動負担ゼロ</a:t>
            </a:r>
          </a:p>
          <a:p>
            <a:r>
              <a:t>・「③が優れているという話ではありません」← はっきり言う</a:t>
            </a:r>
          </a:p>
          <a:p>
            <a:r>
              <a:t>・結論＝空白地帯「デイには行けない、でも清拭では足りない」</a:t>
            </a:r>
          </a:p>
          <a:p>
            <a:r>
              <a:t>  この谷間の方は自分から声を上げられない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［15:30〜19:30／4分］比較表　★山場</a:t>
            </a:r>
          </a:p>
          <a:p>
            <a:r>
              <a:t>・全部読まない。訪問入浴の「列」を見せる</a:t>
            </a:r>
          </a:p>
          <a:p>
            <a:r>
              <a:t>・拾う行は3つだけ</a:t>
            </a:r>
          </a:p>
          <a:p>
            <a:r>
              <a:t>  ①浴室環境に左右されない（浴槽ごと持参。二階でも寝室でも）</a:t>
            </a:r>
          </a:p>
          <a:p>
            <a:r>
              <a:t>  ②複数名での移乗（3名＝転倒・皮膚剥離を防ぐ）</a:t>
            </a:r>
          </a:p>
          <a:p>
            <a:r>
              <a:t>  ③看護師が同行（後で詳しく）</a:t>
            </a:r>
          </a:p>
          <a:p>
            <a:r>
              <a:t>・下の注記：要介護5が48.2%、要介護4が25.1% ← ゆっくり</a:t>
            </a:r>
          </a:p>
          <a:p>
            <a:r>
              <a:t>・「重度化した在宅療養者の、最後の入浴手段」</a:t>
            </a:r>
          </a:p>
          <a:p>
            <a:r>
              <a:t>【ツッコミ対策】デイを低く見ていない。通所できる方はデイが第一選択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［19:30〜21:30／2分］4つの条件</a:t>
            </a:r>
          </a:p>
          <a:p>
            <a:r>
              <a:t>・「自宅で」「全身浴を」「看護師付きで」「重度でも」</a:t>
            </a:r>
          </a:p>
          <a:p>
            <a:r>
              <a:t>・どれか1つなら他でも代替できる。同時に満たすのが訪問入浴だけ</a:t>
            </a:r>
          </a:p>
          <a:p>
            <a:r>
              <a:t>・「重度化しても、自宅のまま、湯船に浸かり続ける」</a:t>
            </a:r>
          </a:p>
          <a:p>
            <a:r>
              <a:t>・入浴が決め手で施設入所を選ぶご家族を何度も見てきた</a:t>
            </a:r>
          </a:p>
          <a:p>
            <a:r>
              <a:t>【押していたら】4語＋結論だけ。−1分半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［21:30〜23:30／2分］訪問の流れ</a:t>
            </a:r>
          </a:p>
          <a:p>
            <a:r>
              <a:t>・15分＋15分＋15分＝45分以内</a:t>
            </a:r>
          </a:p>
          <a:p>
            <a:r>
              <a:t>・★左下：発熱・血圧変動時は清拭や部分浴に切替、中止も</a:t>
            </a:r>
          </a:p>
          <a:p>
            <a:r>
              <a:t>  「無理に入れないことも私たちの仕事」中止理由も必ず報告</a:t>
            </a:r>
          </a:p>
          <a:p>
            <a:r>
              <a:t>・右下：2畳あれば設置可。給湯は車両でも自宅設備でも。養生あり</a:t>
            </a:r>
          </a:p>
          <a:p>
            <a:r>
              <a:t>・「うちは狭いから無理」と言われたお宅もほとんど入れる</a:t>
            </a:r>
          </a:p>
          <a:p>
            <a:r>
              <a:t>【押していたら】左下と右下だけ。−1分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［23:30〜25:30／2分］3名体制</a:t>
            </a:r>
          </a:p>
          <a:p>
            <a:r>
              <a:t>・看護師1＋介護2。事業所の方針ではなく厚生労働省令の要件</a:t>
            </a:r>
          </a:p>
          <a:p>
            <a:r>
              <a:t>・訪問入浴を使えば必ず看護職員が来る</a:t>
            </a:r>
          </a:p>
          <a:p>
            <a:r>
              <a:t>・看護師＝バイタル／可否判断／褥瘡の観察と記録／急変時連絡／情報提供</a:t>
            </a:r>
          </a:p>
          <a:p>
            <a:r>
              <a:t>・介護2名が移乗を担うので、看護師は観察と判断に専念できる</a:t>
            </a:r>
          </a:p>
          <a:p>
            <a:r>
              <a:t>・★締めに予告「この移乗は、のちほど実際にお見せします」</a:t>
            </a:r>
          </a:p>
          <a:p>
            <a:r>
              <a:t>【押していたら】省令の3名体制＋専念できる＋予告、の3点。−1分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［25:30〜29:00／3分半］入浴は全身をみる場　※今日の中心</a:t>
            </a:r>
          </a:p>
          <a:p>
            <a:r>
              <a:t>・衣服を脱いだ全身を、明るい場所で、毎回</a:t>
            </a:r>
          </a:p>
          <a:p>
            <a:r>
              <a:t>・訪問診療・訪問看護は必要部位を見る。入浴は全身が、湯で伸びた皮膚で見える</a:t>
            </a:r>
          </a:p>
          <a:p>
            <a:r>
              <a:t>・左＝仙骨部・踵部の発赤／下腿・足背の浮腫／白癬・湿疹・スキンテア／</a:t>
            </a:r>
          </a:p>
          <a:p>
            <a:r>
              <a:t>  内出血・打撲痕（転倒の兆候。家族が言い出せないことも）</a:t>
            </a:r>
          </a:p>
          <a:p>
            <a:r>
              <a:t>・中＝体型変化・筋肉量・骨突出（褥瘡リスク上昇）</a:t>
            </a:r>
          </a:p>
          <a:p>
            <a:r>
              <a:t>・右＝その日のうちに主治医・訪看・ケアマネへ。必要なら写真</a:t>
            </a:r>
          </a:p>
          <a:p>
            <a:r>
              <a:t>・「週1〜2回の入浴は、週1〜2回の全身アセスメント」← 言い切って間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［29:00〜32:30／3分半］役割分担　※言い方を変更</a:t>
            </a:r>
          </a:p>
          <a:p>
            <a:r>
              <a:t>・「医療行為は行えません」とは言わない。「役割が違う」で通す</a:t>
            </a:r>
          </a:p>
          <a:p>
            <a:r>
              <a:t>・訪問入浴＝介護保険、訪問看護＝医療保険。担う範囲が違う</a:t>
            </a:r>
          </a:p>
          <a:p>
            <a:r>
              <a:t>・左＝私たち：バイタル／全身観察／洗身洗髪・保湿／記録と当日報告</a:t>
            </a:r>
          </a:p>
          <a:p>
            <a:r>
              <a:t>・★その場でできることはしている</a:t>
            </a:r>
          </a:p>
          <a:p>
            <a:r>
              <a:t>  - 保湿剤・処方された軟膏の塗布（褥瘡の処置を除く）＝医行為に当たらない</a:t>
            </a:r>
          </a:p>
          <a:p>
            <a:r>
              <a:t>  - 急変時の応急対応、吸引にも対応する</a:t>
            </a:r>
          </a:p>
          <a:p>
            <a:r>
              <a:t>  - 「できないのではなく、継続的に担うのが役割ではない」</a:t>
            </a:r>
          </a:p>
          <a:p>
            <a:r>
              <a:t>・右＝訪問看護へ：創傷の継続的処置／点滴注射採血／カテーテル・ストーマ／</a:t>
            </a:r>
          </a:p>
          <a:p>
            <a:r>
              <a:t>  経管栄養／医師の指示による計画的な医療的ケア</a:t>
            </a:r>
          </a:p>
          <a:p>
            <a:r>
              <a:t>・例：仙骨部の発赤 → 当日中に訪看と主治医へ。処置の継続は訪看の役割</a:t>
            </a:r>
          </a:p>
          <a:p>
            <a:r>
              <a:t>・「見つけて、つなぐ。そのうえで、その場でできることはする」</a:t>
            </a:r>
          </a:p>
          <a:p>
            <a:r>
              <a:t>【注意】ふだん実際にやっていることだけを話す。根拠は平成17年の厚労省通知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［32:30〜36:00／3分半］連携のお願い　★山場・今日の本題</a:t>
            </a:r>
          </a:p>
          <a:p>
            <a:r>
              <a:t>・訪問看護の皆さまへ3つ（指を立てて数える）</a:t>
            </a:r>
          </a:p>
          <a:p>
            <a:r>
              <a:t> ①訪問日を合わせてほしい＝入浴直後は皮膚が清潔で処置に最適</a:t>
            </a:r>
          </a:p>
          <a:p>
            <a:r>
              <a:t>   「私たちにとってではなく、ご本人にとって一番いい形」</a:t>
            </a:r>
          </a:p>
          <a:p>
            <a:r>
              <a:t> ②見てほしい部位を教えてほしい＝重点観察し、当日中にノート・電話・写真で返す</a:t>
            </a:r>
          </a:p>
          <a:p>
            <a:r>
              <a:t> ③医療的ケアは事前相談＝気切・経管・在宅酸素も条件を整えれば入れる</a:t>
            </a:r>
          </a:p>
          <a:p>
            <a:r>
              <a:t>・締め「この状態で入浴させてよいか──迷った時点でご連絡ください。</a:t>
            </a:r>
          </a:p>
          <a:p>
            <a:r>
              <a:t>  一緒に判断させてください」← ここで一度止まる</a:t>
            </a:r>
          </a:p>
          <a:p>
            <a:r>
              <a:t>・「できませんと答えるために伺うのではありません」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［36:00〜38:30／2分半］在宅チームの一員として</a:t>
            </a:r>
          </a:p>
          <a:p>
            <a:r>
              <a:t>・上の図：主治医＝創部・全身状態／訪看＝観察所見／ケアマネ＝状態変化／</a:t>
            </a:r>
          </a:p>
          <a:p>
            <a:r>
              <a:t>  デイ・訪問介護＝入浴日の分担</a:t>
            </a:r>
          </a:p>
          <a:p>
            <a:r>
              <a:t>・下の図（手で示す）：左→右へADLが低下</a:t>
            </a:r>
          </a:p>
          <a:p>
            <a:r>
              <a:t>  通所できる時期はデイが第一選択（社会参加の意味がある）</a:t>
            </a:r>
          </a:p>
          <a:p>
            <a:r>
              <a:t>  通所が難しくなったら訪問入浴が引き継ぐ</a:t>
            </a:r>
          </a:p>
          <a:p>
            <a:r>
              <a:t>  ★重なり＝併用期。「デイに週2回行けるが、体調の波で行けない週もある」</a:t>
            </a:r>
          </a:p>
          <a:p>
            <a:r>
              <a:t>・「役割を分け合うことで、ご自宅で過ごせる期間が延びます」</a:t>
            </a:r>
          </a:p>
          <a:p>
            <a:r>
              <a:t>・デイ職員へ：「そろそろ通所がきつい」と感じた時点で声をかけてほしい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［38:30〜41:00／2分半］単位数</a:t>
            </a:r>
          </a:p>
          <a:p>
            <a:r>
              <a:t>・訪問入浴介護費 1回1,266単位／清拭・部分浴 1,139単位</a:t>
            </a:r>
          </a:p>
          <a:p>
            <a:r>
              <a:t>・初回加算200（月1回）／看取り連携体制加算64（2024新設）／</a:t>
            </a:r>
          </a:p>
          <a:p>
            <a:r>
              <a:t>  認知症専門ケアⅠ3・Ⅱ4／処遇改善 加算Ⅱ（ロ）12.7%</a:t>
            </a:r>
          </a:p>
          <a:p>
            <a:r>
              <a:t>・「正直に申し上げて、安くありません」← 自分から言う</a:t>
            </a:r>
          </a:p>
          <a:p>
            <a:r>
              <a:t>・中身：省令の3名同時訪問／浴槽・給湯の持込みと設置撤収／</a:t>
            </a:r>
          </a:p>
          <a:p>
            <a:r>
              <a:t>  清拭では届かない全身浴と洗髪／毎回のバイタルと全身観察／情報共有</a:t>
            </a:r>
          </a:p>
          <a:p>
            <a:r>
              <a:t>・「入浴だけの報酬ではなく、看護アセスメントを含んだケアの対価」</a:t>
            </a:r>
          </a:p>
          <a:p>
            <a:r>
              <a:t>・看取り連携体制加算の新設＝国の方向性</a:t>
            </a:r>
          </a:p>
          <a:p>
            <a:r>
              <a:t>【注意】金額はその場で計算しない。「地域区分で変わるので個別にお出しします」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［41:00〜42:30／1分半］利用者・ご家族の声</a:t>
            </a:r>
          </a:p>
          <a:p>
            <a:r>
              <a:t>・80代要介護5「毎週のお風呂が楽しみで、それだけで前向きに」</a:t>
            </a:r>
          </a:p>
          <a:p>
            <a:r>
              <a:t>・70代ご家族「一人では絶対に無理でした。安心して介護できるように」</a:t>
            </a:r>
          </a:p>
          <a:p>
            <a:r>
              <a:t>・ご本人のためだけでなく、ご家族のためのサービスでもある</a:t>
            </a:r>
          </a:p>
          <a:p>
            <a:r>
              <a:t>【この直後に★移乗デモ（8分）】</a:t>
            </a:r>
          </a:p>
          <a:p>
            <a:r>
              <a:t>  冨永＝説明／高崎・武末＝実演</a:t>
            </a:r>
          </a:p>
          <a:p>
            <a:r>
              <a:t>  抱き上げ／担架／上下移動／座位回転 … それぞれ「どんな方に使うか」を1文</a:t>
            </a:r>
          </a:p>
          <a:p>
            <a:r>
              <a:t>  体験は挙手を待つ。指名しない。腰・首の既往を確認。1人だけ</a:t>
            </a:r>
          </a:p>
          <a:p>
            <a:r>
              <a:t>  手が挙がらなければ、スタッフだけでお見せするに切り替える</a:t>
            </a:r>
          </a:p>
          <a:p>
            <a:r>
              <a:t>【押していたら】このスライドを丸ごと飛ばす。−1分半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［50:30〜52:30／2分］まとめ</a:t>
            </a:r>
          </a:p>
          <a:p>
            <a:r>
              <a:t>・①空白地帯の受け皿　②4条件を同時に満たす唯一　</a:t>
            </a:r>
          </a:p>
          <a:p>
            <a:r>
              <a:t>  ③週1〜2回の全身アセスメント　④見つけて、つなぐ</a:t>
            </a:r>
          </a:p>
          <a:p>
            <a:r>
              <a:t>・「もう入浴は難しいかもしれない」と感じた時が検討のタイミング</a:t>
            </a:r>
          </a:p>
          <a:p>
            <a:r>
              <a:t>・「もう無理だろう」と思われていた方が入れることは多い</a:t>
            </a:r>
          </a:p>
          <a:p>
            <a:r>
              <a:t>・導入の可否のご相談だけでも構いません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［52:30〜54:00／1分半］連絡先</a:t>
            </a:r>
          </a:p>
          <a:p>
            <a:r>
              <a:t>・冨永／093-695-7766 ← ゆっくり、2回言う（スライドを見ずに）</a:t>
            </a:r>
          </a:p>
          <a:p>
            <a:r>
              <a:t>・初回アセスメント無料。「この方、入れますか」だけで結構です</a:t>
            </a:r>
          </a:p>
          <a:p>
            <a:r>
              <a:t>・他サービスとの組み合わせも含めて提案します</a:t>
            </a:r>
          </a:p>
          <a:p>
            <a:r>
              <a:t>・一礼してから質疑へ</a:t>
            </a:r>
          </a:p>
          <a:p>
            <a:r>
              <a:t>【質疑の構え】分からないことは即答しない。</a:t>
            </a:r>
          </a:p>
          <a:p>
            <a:r>
              <a:t>「確認してご連絡します。お名刺をいただけますか」で十分。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［42:30〜50:30／8分］★移乗デモンストレーション</a:t>
            </a:r>
          </a:p>
          <a:p>
            <a:r>
              <a:t>・冨永＝説明と進行／高崎・武末＝実演　※いずれも3名で行うことを先に言う</a:t>
            </a:r>
          </a:p>
          <a:p/>
          <a:p>
            <a:r>
              <a:t>【実演するのは3つ】</a:t>
            </a:r>
          </a:p>
          <a:p>
            <a:r>
              <a:t> 1 抱き上げ　… スタッフ同士で見せる（会場の方は持ち上げない）</a:t>
            </a:r>
          </a:p>
          <a:p>
            <a:r>
              <a:t> 2 担架　　　… ★ここだけ会場の方に体験していただく</a:t>
            </a:r>
          </a:p>
          <a:p>
            <a:r>
              <a:t> 3 上下移動　… スタッフ同士で見せる（車椅子を用意）</a:t>
            </a:r>
          </a:p>
          <a:p>
            <a:r>
              <a:t> ※座位回転はスライドと口頭だけ。「立てる方にはこちら」で足ります</a:t>
            </a:r>
          </a:p>
          <a:p/>
          <a:p>
            <a:r>
              <a:t>【担架のときに必ず言う】</a:t>
            </a:r>
          </a:p>
          <a:p>
            <a:r>
              <a:t> 人工呼吸器を外せない方は、必ず担架です。</a:t>
            </a:r>
          </a:p>
          <a:p>
            <a:r>
              <a:t> ほかの方法だと回路が引っ張られて、外れる恐れがあるので。</a:t>
            </a:r>
          </a:p>
          <a:p>
            <a:r>
              <a:t> 気管切開の方も、頸部を安定させたいので担架を選びます。</a:t>
            </a:r>
          </a:p>
          <a:p/>
          <a:p>
            <a:r>
              <a:t>【締め＝今日いちばん伝えたいこと】</a:t>
            </a:r>
          </a:p>
          <a:p>
            <a:r>
              <a:t> 方法は固定ではありません。事前訪問で決めて、やってみて</a:t>
            </a:r>
          </a:p>
          <a:p>
            <a:r>
              <a:t> より安全・安楽な方へ変えます。ADLが上がれば座位回転へ。</a:t>
            </a:r>
          </a:p>
          <a:p>
            <a:r>
              <a:t> 変更のつど、ご本人とご家族に確認しています。</a:t>
            </a:r>
          </a:p>
          <a:p/>
          <a:p>
            <a:r>
              <a:t>【体験の進め方】</a:t>
            </a:r>
          </a:p>
          <a:p>
            <a:r>
              <a:t> 挙手を待つ。指名しない。腰・首の既往を確認。1人だけ。</a:t>
            </a:r>
          </a:p>
          <a:p>
            <a:r>
              <a:t> 手が挙がらなければ「ではスタッフでお見せします」に即切り替え。</a:t>
            </a:r>
          </a:p>
          <a:p>
            <a:r>
              <a:t>【押していたら】体験を省いて実演だけ −3分／抱き上げと担架の2つに絞る さらに−2分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訪問入浴は介護保険のサービスです。医療保険で動く訪問看護とは、担う範囲が違います。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バイタル測定と入浴可否の判断</a:t>
            </a:r>
            <a:endParaRPr lang="en-US" dirty="0"/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入浴時の全身観察（褥瘡・浮腫・皮膚）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洗身・洗髪と日常的な保湿ケア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処方された軟膏の塗布（褥瘡の処置を除く）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急変時の応急対応・吸引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観察所見の記録と当日中の報告</a:t>
            </a:r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訪問看護にお願いしたいこと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褥瘡・創傷の継続的な処置</a:t>
            </a:r>
            <a:endParaRPr lang="en-US" sz="1600" dirty="0"/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点滴・注射・採血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カテーテル・ストーマの管理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計画的な喀痰吸引・経管栄養の管理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医師の指示に基づく計画的な医療的ケア</a:t>
            </a:r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「できない」のではなく、継続的に担うのが私たちの役割ではない、ということです。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>
              <a:lnSpc>
                <a:spcPct val="130000"/>
              </a:lnSpc>
            </a:pPr>
            <a:r>
              <a:rPr>
                <a:solidFill>
                  <a:srgbClr val="1C2833"/>
                </a:solidFill>
                <a:latin typeface="Meiryo"/>
              </a:rPr>
              <a:t>見つけて、つなぐ。そのうえで、その場でできることはする。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5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eiryo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66573"/>
                </a:solidFill>
                <a:latin typeface="Meiryo"/>
              </a:rPr>
              <a:t>移乗の実演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50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5276"/>
                </a:solidFill>
                <a:latin typeface="Meiryo"/>
              </a:rPr>
              <a:t>お体を、どうお運びするか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0550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66573"/>
                </a:solidFill>
                <a:latin typeface="Meiryo"/>
              </a:rPr>
              <a:t>浴槽へお移しする方法は4つ。いずれも3名で行い、その方の状態に合わせて選びます。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抱き上げ移動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体格が小さく、拘縮の少ない方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体重の重い方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いちばん短時間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担架移動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体の大きい方、気管切開の方、全介助の方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必ずこの方法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人工呼吸器を外せない方。回路が引っ張られないように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872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いちばん安全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上下移動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車椅子で生活されている方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支え方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上半身・臀部・下肢を3名で支え、高さを合わせます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車椅子から直接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3368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3368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3368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座位回転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6567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7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介助で立位がとれ、少し歩ける方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7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6567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立位がとれない方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16567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16567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ご本人の力を残す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230368"/>
            <a:ext cx="11055096" cy="914400"/>
          </a:xfrm>
          <a:prstGeom prst="roundRect">
            <a:avLst>
              <a:gd name="adj" fmla="val 1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230368"/>
            <a:ext cx="1050645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方法は固定ではありません。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FFFFFF"/>
                </a:solidFill>
                <a:latin typeface="Meiryo"/>
              </a:rPr>
              <a:t>事前訪問で決め、やってみてより安全・安楽な方へ変えます。ADLが上がれば座位回転へ。変更のつど、ご本人とご家族に確認しています。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