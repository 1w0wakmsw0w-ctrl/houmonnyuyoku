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本日は訪問入浴介護についてお話しします。テーマは「自宅でお風呂に入る権利」。在宅で入浴が困難な方に、どう関わり、どう連携できるかをお伝えします。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入浴困難は「できない理由」が複数重なって起こります。清拭だけでは代替できない意義があることを押さえてください。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3つの選択肢それぞれに限界があること、そしてその間に空白地帯があることが今日の出発点です。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この表が本日の中心です。訪問看護・訪問介護の入浴介助も比較に入れました。訪問入浴の違いは、専用浴槽を持参するため浴室環境に左右されない点と、3名体制で移乗できる点です。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4条件のうち3つまでなら他サービスでも満たせます。4つ同時、という点が訪問入浴の存在理由です。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準備・入浴・片付けの3区分、各15分で計45分以内です。入浴可否の判断と記録・連絡が看護師の関わる部分になります。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なぜ3名なのか、という質問をよく受けます。安全確保と、看護師が観察に専念できる体制のためです。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ここが訪問入浴の医療的価値です。褥瘡の初期発赤を最初に見つけるのは、入浴の場面が非常に多いです。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訪問入浴は介護保険サービスなので医療行為はできません。だから訪問看護との連携が前提になります。この線引きを明確にお伝えしてください。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本日いちばんお願いしたい点です。特に訪問看護ステーションの方に向けて、同日訪問と事前相談をお願いしてください。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デイサービスの方に特にお伝えしたい点です。奪い合いではなく、通所が難しくなった段階での受け皿としてお考えください。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単位数が高いという指摘は当然あります。何が含まれているかを分解して説明できるようにしておきます。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数字では伝わらない部分です。ご家族の負担軽減という側面も強調してください。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4点に整理しました。最後のメッセージ——迷った段階でご相談いただきたい、を強調して締めます。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ご相談は電話が最も早いです。初回アセスメントは無料である点をお伝えください。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結果として「週1回の清拭のみ」「数か月入浴なし」という状態が生まれます。入浴は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贅沢ではなく、在宅療養を支える医療的・生活的インフラ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自宅の浴室を使い、ヘルパーや看護師が介助。清拭・部分浴も含む。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訪問入浴介護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pPr indent="0" marL="0"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「デイには行けない、でも清拭では足りない」——重度化した在宅療養者ほど、この谷間に落ちます。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44752"/>
          <a:ext cx="1105783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64208"/>
                <a:gridCol w="1600200"/>
                <a:gridCol w="1600200"/>
                <a:gridCol w="1600200"/>
                <a:gridCol w="156362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pPr indent="0" marL="0"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pPr indent="0" marL="0">
              <a:buNone/>
            </a:pP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——約4分の3が要介護4〜5の重度の方です。</a:t>
            </a:r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706624"/>
            <a:ext cx="250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36544" y="2706624"/>
            <a:ext cx="250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51296" y="2706624"/>
            <a:ext cx="250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066047" y="2706624"/>
            <a:ext cx="250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どれか1つなら他のサービスでも代替できます。しかし「重度化しても、自宅のまま、湯船に浸かり続ける」ことを保証できるのは訪問入浴だけ——ここが在宅療養の継続を左右します。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車両または屋内の給湯設備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から。ベッドサイドに約2畳のスペースがあれば設置可能。床・寝具の養生も行います。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5371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こと。処置は訪問看護へ——この線引きを明確にすることが、安全な在宅ケアにつながります。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です。同日・入浴後にご訪問いただけると、処置の条件が整います。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2286000" cy="1481328"/>
          </a:xfrm>
          <a:prstGeom prst="roundRect">
            <a:avLst>
              <a:gd name="adj" fmla="val 4321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21031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6F3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看護師1名＋介護2名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07792" y="1700784"/>
            <a:ext cx="3840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64992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主治医・在宅医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創部・全身状態の報告／指示の確認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95464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96632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訪問看護ステーション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観察所見の共有／医療処置の依頼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64992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状態変化・生活課題のフィードバック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95464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96632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デイサービス・訪問介護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入浴日の分担／スキンケアの継続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「競合」ではありません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デイサービスに通えている間はデイでの入浴を。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体調やADLの低下で通所が難しくなった時期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に訪問入浴が引き継ぐ、という補完関係です。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42152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1608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併用が最も現実的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「デイ入浴＋訪問入浴」「訪問入浴の観察＋訪問看護の処置」。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役割を分け合うことで在宅の限界点が延びます。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6309360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1965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</a:t>
                      </a:r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清拭（身体介護2・30〜60分）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清拭（身体介護3・1時間以上）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80代・要介護4・ご本人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521647" y="1746504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1A5276"/>
          </a:solidFill>
          <a:ln w="19050">
            <a:solidFill>
              <a:srgbClr val="BDC3C7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9521647" y="174650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QRコード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（お問い合わせ用）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アップルハート八幡西訪問入浴センター</cp:lastModifiedBy>
  <cp:revision>1</cp:revision>
  <dcterms:created xsi:type="dcterms:W3CDTF">2026-09-09T12:32:30Z</dcterms:created>
  <dcterms:modified xsi:type="dcterms:W3CDTF">2026-09-09T12:32:30Z</dcterms:modified>
</cp:coreProperties>
</file>